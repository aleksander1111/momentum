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a:t>
            </a:r>
            <a:endParaRPr lang="en-US" sz="2000" dirty="0"/>
          </a:p>
        </p:txBody>
      </p:sp>
      <p:sp>
        <p:nvSpPr>
          <p:cNvPr id="4" name="Text 1"/>
          <p:cNvSpPr txBox="1"/>
          <p:nvPr/>
        </p:nvSpPr>
        <p:spPr>
          <a:xfrm>
            <a:off x="4389120" y="274320"/>
            <a:ext cx="1920240" cy="457200"/>
          </a:xfrm>
          <a:prstGeom prst="rect">
            <a:avLst/>
          </a:prstGeom>
          <a:solidFill>
            <a:srgbClr val="B85042"/>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Products</a:t>
            </a:r>
            <a:endParaRPr lang="en-US" sz="2000" dirty="0"/>
          </a:p>
        </p:txBody>
      </p:sp>
      <p:sp>
        <p:nvSpPr>
          <p:cNvPr id="5" name="Shape 2"/>
          <p:cNvSpPr/>
          <p:nvPr/>
        </p:nvSpPr>
        <p:spPr>
          <a:xfrm>
            <a:off x="320040" y="914400"/>
            <a:ext cx="1874520" cy="1000354"/>
          </a:xfrm>
          <a:prstGeom prst="rect">
            <a:avLst/>
          </a:prstGeom>
          <a:solidFill>
            <a:srgbClr val="EEF1EC"/>
          </a:solidFill>
          <a:ln/>
        </p:spPr>
      </p:sp>
      <p:sp>
        <p:nvSpPr>
          <p:cNvPr id="6" name="Text 3"/>
          <p:cNvSpPr txBox="1"/>
          <p:nvPr/>
        </p:nvSpPr>
        <p:spPr>
          <a:xfrm>
            <a:off x="32004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7" name="Shape 4"/>
          <p:cNvSpPr/>
          <p:nvPr/>
        </p:nvSpPr>
        <p:spPr>
          <a:xfrm>
            <a:off x="1847088" y="987552"/>
            <a:ext cx="274320" cy="2743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915668" y="1056132"/>
            <a:ext cx="137160" cy="137160"/>
          </a:xfrm>
          <a:prstGeom prst="rect">
            <a:avLst/>
          </a:prstGeom>
        </p:spPr>
      </p:pic>
      <p:sp>
        <p:nvSpPr>
          <p:cNvPr id="9" name="Shape 5"/>
          <p:cNvSpPr/>
          <p:nvPr/>
        </p:nvSpPr>
        <p:spPr>
          <a:xfrm>
            <a:off x="2331720" y="914400"/>
            <a:ext cx="1874520" cy="1000354"/>
          </a:xfrm>
          <a:prstGeom prst="rect">
            <a:avLst/>
          </a:prstGeom>
          <a:solidFill>
            <a:srgbClr val="EEF1EC"/>
          </a:solidFill>
          <a:ln/>
        </p:spPr>
      </p:sp>
      <p:sp>
        <p:nvSpPr>
          <p:cNvPr id="10" name="Text 6"/>
          <p:cNvSpPr txBox="1"/>
          <p:nvPr/>
        </p:nvSpPr>
        <p:spPr>
          <a:xfrm>
            <a:off x="233172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1" name="Shape 7"/>
          <p:cNvSpPr/>
          <p:nvPr/>
        </p:nvSpPr>
        <p:spPr>
          <a:xfrm>
            <a:off x="3858768" y="987552"/>
            <a:ext cx="274320" cy="27432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927348" y="1056132"/>
            <a:ext cx="137160" cy="137160"/>
          </a:xfrm>
          <a:prstGeom prst="rect">
            <a:avLst/>
          </a:prstGeom>
        </p:spPr>
      </p:pic>
      <p:sp>
        <p:nvSpPr>
          <p:cNvPr id="13" name="Shape 8"/>
          <p:cNvSpPr/>
          <p:nvPr/>
        </p:nvSpPr>
        <p:spPr>
          <a:xfrm>
            <a:off x="320040" y="2024482"/>
            <a:ext cx="1874520" cy="1000354"/>
          </a:xfrm>
          <a:prstGeom prst="rect">
            <a:avLst/>
          </a:prstGeom>
          <a:solidFill>
            <a:srgbClr val="EEF1EC"/>
          </a:solidFill>
          <a:ln/>
        </p:spPr>
      </p:sp>
      <p:sp>
        <p:nvSpPr>
          <p:cNvPr id="14" name="Text 9"/>
          <p:cNvSpPr txBox="1"/>
          <p:nvPr/>
        </p:nvSpPr>
        <p:spPr>
          <a:xfrm>
            <a:off x="32004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5" name="Shape 10"/>
          <p:cNvSpPr/>
          <p:nvPr/>
        </p:nvSpPr>
        <p:spPr>
          <a:xfrm>
            <a:off x="1847088" y="2097634"/>
            <a:ext cx="274320" cy="2743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915668" y="2166214"/>
            <a:ext cx="137160" cy="137160"/>
          </a:xfrm>
          <a:prstGeom prst="rect">
            <a:avLst/>
          </a:prstGeom>
        </p:spPr>
      </p:pic>
      <p:sp>
        <p:nvSpPr>
          <p:cNvPr id="17" name="Shape 11"/>
          <p:cNvSpPr/>
          <p:nvPr/>
        </p:nvSpPr>
        <p:spPr>
          <a:xfrm>
            <a:off x="2331720" y="2024482"/>
            <a:ext cx="1874520" cy="1000354"/>
          </a:xfrm>
          <a:prstGeom prst="rect">
            <a:avLst/>
          </a:prstGeom>
          <a:solidFill>
            <a:srgbClr val="EEF1EC"/>
          </a:solidFill>
          <a:ln/>
        </p:spPr>
      </p:sp>
      <p:sp>
        <p:nvSpPr>
          <p:cNvPr id="18" name="Text 12"/>
          <p:cNvSpPr txBox="1"/>
          <p:nvPr/>
        </p:nvSpPr>
        <p:spPr>
          <a:xfrm>
            <a:off x="233172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19" name="Shape 13"/>
          <p:cNvSpPr/>
          <p:nvPr/>
        </p:nvSpPr>
        <p:spPr>
          <a:xfrm>
            <a:off x="3858768" y="2097634"/>
            <a:ext cx="274320" cy="27432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3927348" y="2166214"/>
            <a:ext cx="137160" cy="137160"/>
          </a:xfrm>
          <a:prstGeom prst="rect">
            <a:avLst/>
          </a:prstGeom>
        </p:spPr>
      </p:pic>
      <p:sp>
        <p:nvSpPr>
          <p:cNvPr id="21" name="Shape 14"/>
          <p:cNvSpPr/>
          <p:nvPr/>
        </p:nvSpPr>
        <p:spPr>
          <a:xfrm>
            <a:off x="320040" y="3134563"/>
            <a:ext cx="1874520" cy="1000354"/>
          </a:xfrm>
          <a:prstGeom prst="rect">
            <a:avLst/>
          </a:prstGeom>
          <a:solidFill>
            <a:srgbClr val="EEF1EC"/>
          </a:solidFill>
          <a:ln/>
        </p:spPr>
      </p:sp>
      <p:sp>
        <p:nvSpPr>
          <p:cNvPr id="22" name="Text 15"/>
          <p:cNvSpPr txBox="1"/>
          <p:nvPr/>
        </p:nvSpPr>
        <p:spPr>
          <a:xfrm>
            <a:off x="32004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3" name="Shape 16"/>
          <p:cNvSpPr/>
          <p:nvPr/>
        </p:nvSpPr>
        <p:spPr>
          <a:xfrm>
            <a:off x="1847088" y="3207715"/>
            <a:ext cx="274320" cy="274320"/>
          </a:xfrm>
          <a:prstGeom prst="ellipse">
            <a:avLst/>
          </a:prstGeom>
          <a:solidFill>
            <a:srgbClr val="FFFFFF"/>
          </a:solidFill>
          <a:ln/>
        </p:spPr>
      </p:sp>
      <p:pic>
        <p:nvPicPr>
          <p:cNvPr id="24" name="Image 4" descr="preencoded.png">    </p:cNvPr>
          <p:cNvPicPr>
            <a:picLocks noChangeAspect="1"/>
          </p:cNvPicPr>
          <p:nvPr/>
        </p:nvPicPr>
        <p:blipFill>
          <a:blip r:embed="rId5"/>
          <a:stretch>
            <a:fillRect/>
          </a:stretch>
        </p:blipFill>
        <p:spPr>
          <a:xfrm>
            <a:off x="1915668" y="3276295"/>
            <a:ext cx="137160" cy="137160"/>
          </a:xfrm>
          <a:prstGeom prst="rect">
            <a:avLst/>
          </a:prstGeom>
        </p:spPr>
      </p:pic>
      <p:sp>
        <p:nvSpPr>
          <p:cNvPr id="25" name="Shape 17"/>
          <p:cNvSpPr/>
          <p:nvPr/>
        </p:nvSpPr>
        <p:spPr>
          <a:xfrm>
            <a:off x="2331720" y="3134563"/>
            <a:ext cx="1874520" cy="1000354"/>
          </a:xfrm>
          <a:prstGeom prst="rect">
            <a:avLst/>
          </a:prstGeom>
          <a:solidFill>
            <a:srgbClr val="EEF1EC"/>
          </a:solidFill>
          <a:ln/>
        </p:spPr>
      </p:sp>
      <p:sp>
        <p:nvSpPr>
          <p:cNvPr id="26" name="Text 18"/>
          <p:cNvSpPr txBox="1"/>
          <p:nvPr/>
        </p:nvSpPr>
        <p:spPr>
          <a:xfrm>
            <a:off x="233172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7" name="Shape 19"/>
          <p:cNvSpPr/>
          <p:nvPr/>
        </p:nvSpPr>
        <p:spPr>
          <a:xfrm>
            <a:off x="3858768" y="3207715"/>
            <a:ext cx="274320" cy="274320"/>
          </a:xfrm>
          <a:prstGeom prst="ellipse">
            <a:avLst/>
          </a:prstGeom>
          <a:solidFill>
            <a:srgbClr val="FFFFFF"/>
          </a:solidFill>
          <a:ln/>
        </p:spPr>
      </p:sp>
      <p:pic>
        <p:nvPicPr>
          <p:cNvPr id="28" name="Image 5" descr="preencoded.png">    </p:cNvPr>
          <p:cNvPicPr>
            <a:picLocks noChangeAspect="1"/>
          </p:cNvPicPr>
          <p:nvPr/>
        </p:nvPicPr>
        <p:blipFill>
          <a:blip r:embed="rId6"/>
          <a:stretch>
            <a:fillRect/>
          </a:stretch>
        </p:blipFill>
        <p:spPr>
          <a:xfrm>
            <a:off x="3927348" y="3276295"/>
            <a:ext cx="137160" cy="137160"/>
          </a:xfrm>
          <a:prstGeom prst="rect">
            <a:avLst/>
          </a:prstGeom>
        </p:spPr>
      </p:pic>
      <p:sp>
        <p:nvSpPr>
          <p:cNvPr id="29" name="Shape 20"/>
          <p:cNvSpPr/>
          <p:nvPr/>
        </p:nvSpPr>
        <p:spPr>
          <a:xfrm>
            <a:off x="320040" y="4244645"/>
            <a:ext cx="1874520" cy="1000354"/>
          </a:xfrm>
          <a:prstGeom prst="rect">
            <a:avLst/>
          </a:prstGeom>
          <a:solidFill>
            <a:srgbClr val="EEF1EC"/>
          </a:solidFill>
          <a:ln/>
        </p:spPr>
      </p:sp>
      <p:sp>
        <p:nvSpPr>
          <p:cNvPr id="30" name="Text 21"/>
          <p:cNvSpPr txBox="1"/>
          <p:nvPr/>
        </p:nvSpPr>
        <p:spPr>
          <a:xfrm>
            <a:off x="32004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1" name="Shape 22"/>
          <p:cNvSpPr/>
          <p:nvPr/>
        </p:nvSpPr>
        <p:spPr>
          <a:xfrm>
            <a:off x="1847088" y="4317797"/>
            <a:ext cx="274320" cy="274320"/>
          </a:xfrm>
          <a:prstGeom prst="ellipse">
            <a:avLst/>
          </a:prstGeom>
          <a:solidFill>
            <a:srgbClr val="FFFFFF"/>
          </a:solidFill>
          <a:ln/>
        </p:spPr>
      </p:sp>
      <p:pic>
        <p:nvPicPr>
          <p:cNvPr id="32" name="Image 6" descr="preencoded.png">    </p:cNvPr>
          <p:cNvPicPr>
            <a:picLocks noChangeAspect="1"/>
          </p:cNvPicPr>
          <p:nvPr/>
        </p:nvPicPr>
        <p:blipFill>
          <a:blip r:embed="rId7"/>
          <a:stretch>
            <a:fillRect/>
          </a:stretch>
        </p:blipFill>
        <p:spPr>
          <a:xfrm>
            <a:off x="1915668" y="4386377"/>
            <a:ext cx="137160" cy="137160"/>
          </a:xfrm>
          <a:prstGeom prst="rect">
            <a:avLst/>
          </a:prstGeom>
        </p:spPr>
      </p:pic>
      <p:sp>
        <p:nvSpPr>
          <p:cNvPr id="33" name="Shape 23"/>
          <p:cNvSpPr/>
          <p:nvPr/>
        </p:nvSpPr>
        <p:spPr>
          <a:xfrm>
            <a:off x="2331720" y="4244645"/>
            <a:ext cx="1874520" cy="1000354"/>
          </a:xfrm>
          <a:prstGeom prst="rect">
            <a:avLst/>
          </a:prstGeom>
          <a:solidFill>
            <a:srgbClr val="EEF1EC"/>
          </a:solidFill>
          <a:ln/>
        </p:spPr>
      </p:sp>
      <p:sp>
        <p:nvSpPr>
          <p:cNvPr id="34" name="Text 24"/>
          <p:cNvSpPr txBox="1"/>
          <p:nvPr/>
        </p:nvSpPr>
        <p:spPr>
          <a:xfrm>
            <a:off x="233172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5" name="Shape 25"/>
          <p:cNvSpPr/>
          <p:nvPr/>
        </p:nvSpPr>
        <p:spPr>
          <a:xfrm>
            <a:off x="3858768" y="4317797"/>
            <a:ext cx="274320" cy="274320"/>
          </a:xfrm>
          <a:prstGeom prst="ellipse">
            <a:avLst/>
          </a:prstGeom>
          <a:solidFill>
            <a:srgbClr val="FFFFFF"/>
          </a:solidFill>
          <a:ln/>
        </p:spPr>
      </p:sp>
      <p:pic>
        <p:nvPicPr>
          <p:cNvPr id="36" name="Image 7" descr="preencoded.png">    </p:cNvPr>
          <p:cNvPicPr>
            <a:picLocks noChangeAspect="1"/>
          </p:cNvPicPr>
          <p:nvPr/>
        </p:nvPicPr>
        <p:blipFill>
          <a:blip r:embed="rId8"/>
          <a:stretch>
            <a:fillRect/>
          </a:stretch>
        </p:blipFill>
        <p:spPr>
          <a:xfrm>
            <a:off x="3927348" y="4386377"/>
            <a:ext cx="137160" cy="137160"/>
          </a:xfrm>
          <a:prstGeom prst="rect">
            <a:avLst/>
          </a:prstGeom>
        </p:spPr>
      </p:pic>
      <p:sp>
        <p:nvSpPr>
          <p:cNvPr id="37" name="Shape 26"/>
          <p:cNvSpPr/>
          <p:nvPr/>
        </p:nvSpPr>
        <p:spPr>
          <a:xfrm>
            <a:off x="320040" y="5354726"/>
            <a:ext cx="1874520" cy="1000354"/>
          </a:xfrm>
          <a:prstGeom prst="rect">
            <a:avLst/>
          </a:prstGeom>
          <a:solidFill>
            <a:srgbClr val="EEF1EC"/>
          </a:solidFill>
          <a:ln/>
        </p:spPr>
      </p:sp>
      <p:sp>
        <p:nvSpPr>
          <p:cNvPr id="38" name="Text 27"/>
          <p:cNvSpPr txBox="1"/>
          <p:nvPr/>
        </p:nvSpPr>
        <p:spPr>
          <a:xfrm>
            <a:off x="32004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39" name="Shape 28"/>
          <p:cNvSpPr/>
          <p:nvPr/>
        </p:nvSpPr>
        <p:spPr>
          <a:xfrm>
            <a:off x="1847088" y="5427878"/>
            <a:ext cx="274320" cy="274320"/>
          </a:xfrm>
          <a:prstGeom prst="ellipse">
            <a:avLst/>
          </a:prstGeom>
          <a:solidFill>
            <a:srgbClr val="FFFFFF"/>
          </a:solidFill>
          <a:ln/>
        </p:spPr>
      </p:sp>
      <p:pic>
        <p:nvPicPr>
          <p:cNvPr id="40" name="Image 8" descr="preencoded.png">    </p:cNvPr>
          <p:cNvPicPr>
            <a:picLocks noChangeAspect="1"/>
          </p:cNvPicPr>
          <p:nvPr/>
        </p:nvPicPr>
        <p:blipFill>
          <a:blip r:embed="rId9"/>
          <a:stretch>
            <a:fillRect/>
          </a:stretch>
        </p:blipFill>
        <p:spPr>
          <a:xfrm>
            <a:off x="1915668" y="5496458"/>
            <a:ext cx="137160" cy="137160"/>
          </a:xfrm>
          <a:prstGeom prst="rect">
            <a:avLst/>
          </a:prstGeom>
        </p:spPr>
      </p:pic>
      <p:sp>
        <p:nvSpPr>
          <p:cNvPr id="41" name="Shape 29"/>
          <p:cNvSpPr/>
          <p:nvPr/>
        </p:nvSpPr>
        <p:spPr>
          <a:xfrm>
            <a:off x="2331720" y="5354726"/>
            <a:ext cx="1874520" cy="1000354"/>
          </a:xfrm>
          <a:prstGeom prst="rect">
            <a:avLst/>
          </a:prstGeom>
          <a:solidFill>
            <a:srgbClr val="EEF1EC"/>
          </a:solidFill>
          <a:ln/>
        </p:spPr>
      </p:sp>
      <p:sp>
        <p:nvSpPr>
          <p:cNvPr id="42" name="Text 30"/>
          <p:cNvSpPr txBox="1"/>
          <p:nvPr/>
        </p:nvSpPr>
        <p:spPr>
          <a:xfrm>
            <a:off x="233172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3" name="Shape 31"/>
          <p:cNvSpPr/>
          <p:nvPr/>
        </p:nvSpPr>
        <p:spPr>
          <a:xfrm>
            <a:off x="3858768" y="5427878"/>
            <a:ext cx="274320" cy="274320"/>
          </a:xfrm>
          <a:prstGeom prst="ellipse">
            <a:avLst/>
          </a:prstGeom>
          <a:solidFill>
            <a:srgbClr val="FFFFFF"/>
          </a:solidFill>
          <a:ln/>
        </p:spPr>
      </p:sp>
      <p:pic>
        <p:nvPicPr>
          <p:cNvPr id="44" name="Image 9" descr="preencoded.png">    </p:cNvPr>
          <p:cNvPicPr>
            <a:picLocks noChangeAspect="1"/>
          </p:cNvPicPr>
          <p:nvPr/>
        </p:nvPicPr>
        <p:blipFill>
          <a:blip r:embed="rId10"/>
          <a:stretch>
            <a:fillRect/>
          </a:stretch>
        </p:blipFill>
        <p:spPr>
          <a:xfrm>
            <a:off x="3927348" y="5496458"/>
            <a:ext cx="137160" cy="137160"/>
          </a:xfrm>
          <a:prstGeom prst="rect">
            <a:avLst/>
          </a:prstGeom>
        </p:spPr>
      </p:pic>
      <p:sp>
        <p:nvSpPr>
          <p:cNvPr id="45" name="Shape 32"/>
          <p:cNvSpPr/>
          <p:nvPr/>
        </p:nvSpPr>
        <p:spPr>
          <a:xfrm>
            <a:off x="4389120" y="914400"/>
            <a:ext cx="7498080" cy="1828800"/>
          </a:xfrm>
          <a:prstGeom prst="rect">
            <a:avLst/>
          </a:prstGeom>
          <a:solidFill>
            <a:srgbClr val="F4DCD6"/>
          </a:solidFill>
          <a:ln/>
        </p:spPr>
      </p:sp>
      <p:sp>
        <p:nvSpPr>
          <p:cNvPr id="46" name="Text 33"/>
          <p:cNvSpPr txBox="1"/>
          <p:nvPr/>
        </p:nvSpPr>
        <p:spPr>
          <a:xfrm>
            <a:off x="10881360" y="1600200"/>
            <a:ext cx="914400" cy="457200"/>
          </a:xfrm>
          <a:prstGeom prst="rect">
            <a:avLst/>
          </a:prstGeom>
          <a:noFill/>
          <a:ln/>
        </p:spPr>
        <p:txBody>
          <a:bodyPr wrap="square" lIns="0" tIns="0" rIns="0" bIns="0" rtlCol="0" anchor="ctr"/>
          <a:lstStyle/>
          <a:p>
            <a:pPr algn="ctr" indent="0" marL="0">
              <a:buNone/>
            </a:pPr>
            <a:r>
              <a:rPr lang="en-US" sz="1300" i="1" dirty="0">
                <a:solidFill>
                  <a:srgbClr val="A0402F"/>
                </a:solidFill>
                <a:latin typeface="Cambria" pitchFamily="34" charset="0"/>
                <a:ea typeface="Cambria" pitchFamily="34" charset="-122"/>
                <a:cs typeface="Cambria" pitchFamily="34" charset="-120"/>
              </a:rPr>
              <a:t>Attention</a:t>
            </a:r>
            <a:endParaRPr lang="en-US" sz="1300" dirty="0"/>
          </a:p>
          <a:p>
            <a:pPr algn="ctr" indent="0" marL="0">
              <a:buNone/>
            </a:pPr>
            <a:r>
              <a:rPr lang="en-US" sz="1300" i="1" dirty="0">
                <a:solidFill>
                  <a:srgbClr val="A0402F"/>
                </a:solidFill>
                <a:latin typeface="Cambria" pitchFamily="34" charset="0"/>
                <a:ea typeface="Cambria" pitchFamily="34" charset="-122"/>
                <a:cs typeface="Cambria" pitchFamily="34" charset="-120"/>
              </a:rPr>
              <a:t>Layer</a:t>
            </a:r>
            <a:endParaRPr lang="en-US" sz="1300" dirty="0"/>
          </a:p>
        </p:txBody>
      </p:sp>
      <p:sp>
        <p:nvSpPr>
          <p:cNvPr id="47" name="Shape 34"/>
          <p:cNvSpPr/>
          <p:nvPr/>
        </p:nvSpPr>
        <p:spPr>
          <a:xfrm>
            <a:off x="4389120" y="2743200"/>
            <a:ext cx="7498080" cy="1143000"/>
          </a:xfrm>
          <a:prstGeom prst="rect">
            <a:avLst/>
          </a:prstGeom>
          <a:solidFill>
            <a:srgbClr val="EFE8D2"/>
          </a:solidFill>
          <a:ln/>
        </p:spPr>
      </p:sp>
      <p:sp>
        <p:nvSpPr>
          <p:cNvPr id="48" name="Text 35"/>
          <p:cNvSpPr txBox="1"/>
          <p:nvPr/>
        </p:nvSpPr>
        <p:spPr>
          <a:xfrm>
            <a:off x="10881360" y="3081528"/>
            <a:ext cx="914400" cy="457200"/>
          </a:xfrm>
          <a:prstGeom prst="rect">
            <a:avLst/>
          </a:prstGeom>
          <a:noFill/>
          <a:ln/>
        </p:spPr>
        <p:txBody>
          <a:bodyPr wrap="square" lIns="0" tIns="0" rIns="0" bIns="0" rtlCol="0" anchor="ctr"/>
          <a:lstStyle/>
          <a:p>
            <a:pPr algn="ctr" indent="0" marL="0">
              <a:buNone/>
            </a:pPr>
            <a:r>
              <a:rPr lang="en-US" sz="1300" i="1" dirty="0">
                <a:solidFill>
                  <a:srgbClr val="7C6224"/>
                </a:solidFill>
                <a:latin typeface="Cambria" pitchFamily="34" charset="0"/>
                <a:ea typeface="Cambria" pitchFamily="34" charset="-122"/>
                <a:cs typeface="Cambria" pitchFamily="34" charset="-120"/>
              </a:rPr>
              <a:t>Knowledge</a:t>
            </a:r>
            <a:endParaRPr lang="en-US" sz="1300" dirty="0"/>
          </a:p>
          <a:p>
            <a:pPr algn="ctr" indent="0" marL="0">
              <a:buNone/>
            </a:pPr>
            <a:r>
              <a:rPr lang="en-US" sz="1300" i="1" dirty="0">
                <a:solidFill>
                  <a:srgbClr val="7C6224"/>
                </a:solidFill>
                <a:latin typeface="Cambria" pitchFamily="34" charset="0"/>
                <a:ea typeface="Cambria" pitchFamily="34" charset="-122"/>
                <a:cs typeface="Cambria" pitchFamily="34" charset="-120"/>
              </a:rPr>
              <a:t>Layer</a:t>
            </a:r>
            <a:endParaRPr lang="en-US" sz="1300" dirty="0"/>
          </a:p>
        </p:txBody>
      </p:sp>
      <p:sp>
        <p:nvSpPr>
          <p:cNvPr id="49" name="Shape 36"/>
          <p:cNvSpPr/>
          <p:nvPr/>
        </p:nvSpPr>
        <p:spPr>
          <a:xfrm>
            <a:off x="4389120" y="3886200"/>
            <a:ext cx="7498080" cy="2468880"/>
          </a:xfrm>
          <a:prstGeom prst="rect">
            <a:avLst/>
          </a:prstGeom>
          <a:solidFill>
            <a:srgbClr val="DCE7DF"/>
          </a:solidFill>
          <a:ln/>
        </p:spPr>
      </p:sp>
      <p:sp>
        <p:nvSpPr>
          <p:cNvPr id="50" name="Text 37"/>
          <p:cNvSpPr txBox="1"/>
          <p:nvPr/>
        </p:nvSpPr>
        <p:spPr>
          <a:xfrm>
            <a:off x="10881360" y="4617720"/>
            <a:ext cx="914400" cy="457200"/>
          </a:xfrm>
          <a:prstGeom prst="rect">
            <a:avLst/>
          </a:prstGeom>
          <a:noFill/>
          <a:ln/>
        </p:spPr>
        <p:txBody>
          <a:bodyPr wrap="square" lIns="0" tIns="0" rIns="0" bIns="0" rtlCol="0" anchor="ctr"/>
          <a:lstStyle/>
          <a:p>
            <a:pPr algn="ctr" indent="0" marL="0">
              <a:buNone/>
            </a:pPr>
            <a:r>
              <a:rPr lang="en-US" sz="1300" i="1" dirty="0">
                <a:solidFill>
                  <a:srgbClr val="3F6B52"/>
                </a:solidFill>
                <a:latin typeface="Cambria" pitchFamily="34" charset="0"/>
                <a:ea typeface="Cambria" pitchFamily="34" charset="-122"/>
                <a:cs typeface="Cambria" pitchFamily="34" charset="-120"/>
              </a:rPr>
              <a:t>Product</a:t>
            </a:r>
            <a:endParaRPr lang="en-US" sz="1300" dirty="0"/>
          </a:p>
          <a:p>
            <a:pPr algn="ctr" indent="0" marL="0">
              <a:buNone/>
            </a:pPr>
            <a:r>
              <a:rPr lang="en-US" sz="1300" i="1" dirty="0">
                <a:solidFill>
                  <a:srgbClr val="3F6B52"/>
                </a:solidFill>
                <a:latin typeface="Cambria" pitchFamily="34" charset="0"/>
                <a:ea typeface="Cambria" pitchFamily="34" charset="-122"/>
                <a:cs typeface="Cambria" pitchFamily="34" charset="-120"/>
              </a:rPr>
              <a:t>Layer</a:t>
            </a:r>
            <a:endParaRPr lang="en-US" sz="1300" dirty="0"/>
          </a:p>
        </p:txBody>
      </p:sp>
      <p:sp>
        <p:nvSpPr>
          <p:cNvPr id="51" name="Shape 38"/>
          <p:cNvSpPr/>
          <p:nvPr/>
        </p:nvSpPr>
        <p:spPr>
          <a:xfrm>
            <a:off x="8138160" y="1627632"/>
            <a:ext cx="0" cy="4727448"/>
          </a:xfrm>
          <a:prstGeom prst="line">
            <a:avLst/>
          </a:prstGeom>
          <a:noFill/>
          <a:ln w="15875">
            <a:solidFill>
              <a:srgbClr val="B85042"/>
            </a:solidFill>
            <a:prstDash val="dash"/>
          </a:ln>
        </p:spPr>
      </p:sp>
      <p:sp>
        <p:nvSpPr>
          <p:cNvPr id="52" name="Text 39"/>
          <p:cNvSpPr txBox="1"/>
          <p:nvPr/>
        </p:nvSpPr>
        <p:spPr>
          <a:xfrm>
            <a:off x="6236208" y="1024128"/>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3" name="Image 10" descr="preencoded.png">    </p:cNvPr>
          <p:cNvPicPr>
            <a:picLocks noChangeAspect="1"/>
          </p:cNvPicPr>
          <p:nvPr/>
        </p:nvPicPr>
        <p:blipFill>
          <a:blip r:embed="rId11"/>
          <a:stretch>
            <a:fillRect/>
          </a:stretch>
        </p:blipFill>
        <p:spPr>
          <a:xfrm>
            <a:off x="5989320" y="1069848"/>
            <a:ext cx="182880" cy="182880"/>
          </a:xfrm>
          <a:prstGeom prst="rect">
            <a:avLst/>
          </a:prstGeom>
        </p:spPr>
      </p:pic>
      <p:sp>
        <p:nvSpPr>
          <p:cNvPr id="54" name="Text 40"/>
          <p:cNvSpPr txBox="1"/>
          <p:nvPr/>
        </p:nvSpPr>
        <p:spPr>
          <a:xfrm>
            <a:off x="9518904" y="1024128"/>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5" name="Image 11" descr="preencoded.png">    </p:cNvPr>
          <p:cNvPicPr>
            <a:picLocks noChangeAspect="1"/>
          </p:cNvPicPr>
          <p:nvPr/>
        </p:nvPicPr>
        <p:blipFill>
          <a:blip r:embed="rId12"/>
          <a:stretch>
            <a:fillRect/>
          </a:stretch>
        </p:blipFill>
        <p:spPr>
          <a:xfrm>
            <a:off x="9272016" y="1069848"/>
            <a:ext cx="182880" cy="182880"/>
          </a:xfrm>
          <a:prstGeom prst="rect">
            <a:avLst/>
          </a:prstGeom>
        </p:spPr>
      </p:pic>
      <p:sp>
        <p:nvSpPr>
          <p:cNvPr id="56" name="Text 41"/>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Consistency border</a:t>
            </a:r>
            <a:endParaRPr lang="en-US" sz="1000" dirty="0"/>
          </a:p>
        </p:txBody>
      </p:sp>
      <p:sp>
        <p:nvSpPr>
          <p:cNvPr id="57" name="Shape 42"/>
          <p:cNvSpPr/>
          <p:nvPr/>
        </p:nvSpPr>
        <p:spPr>
          <a:xfrm>
            <a:off x="8138160" y="749808"/>
            <a:ext cx="0" cy="457200"/>
          </a:xfrm>
          <a:prstGeom prst="line">
            <a:avLst/>
          </a:prstGeom>
          <a:noFill/>
          <a:ln w="12700">
            <a:solidFill>
              <a:srgbClr val="2F3E46"/>
            </a:solidFill>
            <a:prstDash val="solid"/>
            <a:tailEnd type="triangle"/>
          </a:ln>
        </p:spPr>
      </p:sp>
      <p:sp>
        <p:nvSpPr>
          <p:cNvPr id="58" name="Shape 43"/>
          <p:cNvSpPr/>
          <p:nvPr/>
        </p:nvSpPr>
        <p:spPr>
          <a:xfrm flipV="1">
            <a:off x="7423404" y="1627632"/>
            <a:ext cx="469392" cy="402336"/>
          </a:xfrm>
          <a:prstGeom prst="line">
            <a:avLst/>
          </a:prstGeom>
          <a:noFill/>
          <a:ln w="12700">
            <a:solidFill>
              <a:srgbClr val="2F3E46"/>
            </a:solidFill>
            <a:prstDash val="solid"/>
            <a:tailEnd type="triangle"/>
          </a:ln>
        </p:spPr>
      </p:sp>
      <p:sp>
        <p:nvSpPr>
          <p:cNvPr id="59" name="Shape 44"/>
          <p:cNvSpPr/>
          <p:nvPr/>
        </p:nvSpPr>
        <p:spPr>
          <a:xfrm>
            <a:off x="8383524" y="1627632"/>
            <a:ext cx="469392" cy="402336"/>
          </a:xfrm>
          <a:prstGeom prst="line">
            <a:avLst/>
          </a:prstGeom>
          <a:noFill/>
          <a:ln w="12700">
            <a:solidFill>
              <a:srgbClr val="2F3E46"/>
            </a:solidFill>
            <a:prstDash val="solid"/>
            <a:tailEnd type="triangle"/>
          </a:ln>
        </p:spPr>
      </p:sp>
      <p:sp>
        <p:nvSpPr>
          <p:cNvPr id="60" name="Shape 45"/>
          <p:cNvSpPr/>
          <p:nvPr/>
        </p:nvSpPr>
        <p:spPr>
          <a:xfrm flipV="1">
            <a:off x="6480126" y="2450592"/>
            <a:ext cx="527148" cy="649224"/>
          </a:xfrm>
          <a:prstGeom prst="line">
            <a:avLst/>
          </a:prstGeom>
          <a:noFill/>
          <a:ln w="12700">
            <a:solidFill>
              <a:srgbClr val="2F3E46"/>
            </a:solidFill>
            <a:prstDash val="solid"/>
            <a:tailEnd type="triangle"/>
          </a:ln>
        </p:spPr>
      </p:sp>
      <p:sp>
        <p:nvSpPr>
          <p:cNvPr id="61" name="Shape 46"/>
          <p:cNvSpPr/>
          <p:nvPr/>
        </p:nvSpPr>
        <p:spPr>
          <a:xfrm>
            <a:off x="6949440" y="3310128"/>
            <a:ext cx="548640" cy="0"/>
          </a:xfrm>
          <a:prstGeom prst="line">
            <a:avLst/>
          </a:prstGeom>
          <a:noFill/>
          <a:ln w="12700">
            <a:solidFill>
              <a:srgbClr val="2F3E46"/>
            </a:solidFill>
            <a:prstDash val="solid"/>
            <a:headEnd type="triangle"/>
            <a:tailEnd type="triangle"/>
          </a:ln>
        </p:spPr>
      </p:sp>
      <p:sp>
        <p:nvSpPr>
          <p:cNvPr id="62" name="Shape 47"/>
          <p:cNvSpPr/>
          <p:nvPr/>
        </p:nvSpPr>
        <p:spPr>
          <a:xfrm>
            <a:off x="8778240" y="3310128"/>
            <a:ext cx="548640" cy="0"/>
          </a:xfrm>
          <a:prstGeom prst="line">
            <a:avLst/>
          </a:prstGeom>
          <a:noFill/>
          <a:ln w="12700">
            <a:solidFill>
              <a:srgbClr val="2F3E46"/>
            </a:solidFill>
            <a:prstDash val="solid"/>
            <a:headEnd type="triangle"/>
            <a:tailEnd type="triangle"/>
          </a:ln>
        </p:spPr>
      </p:sp>
      <p:sp>
        <p:nvSpPr>
          <p:cNvPr id="63" name="Shape 48"/>
          <p:cNvSpPr/>
          <p:nvPr/>
        </p:nvSpPr>
        <p:spPr>
          <a:xfrm>
            <a:off x="9269046" y="2450592"/>
            <a:ext cx="527148" cy="649224"/>
          </a:xfrm>
          <a:prstGeom prst="line">
            <a:avLst/>
          </a:prstGeom>
          <a:noFill/>
          <a:ln w="12700">
            <a:solidFill>
              <a:srgbClr val="2F3E46"/>
            </a:solidFill>
            <a:prstDash val="solid"/>
            <a:tailEnd type="triangle"/>
          </a:ln>
        </p:spPr>
      </p:sp>
      <p:sp>
        <p:nvSpPr>
          <p:cNvPr id="64" name="Shape 49"/>
          <p:cNvSpPr/>
          <p:nvPr/>
        </p:nvSpPr>
        <p:spPr>
          <a:xfrm>
            <a:off x="10055203" y="3520440"/>
            <a:ext cx="943814" cy="2249424"/>
          </a:xfrm>
          <a:prstGeom prst="line">
            <a:avLst/>
          </a:prstGeom>
          <a:noFill/>
          <a:ln w="12700">
            <a:solidFill>
              <a:srgbClr val="2F3E46"/>
            </a:solidFill>
            <a:prstDash val="solid"/>
            <a:tailEnd type="triangle"/>
          </a:ln>
        </p:spPr>
      </p:sp>
      <p:sp>
        <p:nvSpPr>
          <p:cNvPr id="65" name="Shape 50"/>
          <p:cNvSpPr/>
          <p:nvPr/>
        </p:nvSpPr>
        <p:spPr>
          <a:xfrm flipV="1">
            <a:off x="5277303" y="3520440"/>
            <a:ext cx="943814" cy="2249424"/>
          </a:xfrm>
          <a:prstGeom prst="line">
            <a:avLst/>
          </a:prstGeom>
          <a:noFill/>
          <a:ln w="12700">
            <a:solidFill>
              <a:srgbClr val="2F3E46"/>
            </a:solidFill>
            <a:prstDash val="solid"/>
            <a:tailEnd type="triangle"/>
          </a:ln>
        </p:spPr>
      </p:sp>
      <p:sp>
        <p:nvSpPr>
          <p:cNvPr id="66" name="Shape 51"/>
          <p:cNvSpPr/>
          <p:nvPr/>
        </p:nvSpPr>
        <p:spPr>
          <a:xfrm flipH="1">
            <a:off x="7863840" y="4315968"/>
            <a:ext cx="548640" cy="0"/>
          </a:xfrm>
          <a:prstGeom prst="line">
            <a:avLst/>
          </a:prstGeom>
          <a:noFill/>
          <a:ln w="12700">
            <a:solidFill>
              <a:srgbClr val="2F3E46"/>
            </a:solidFill>
            <a:prstDash val="solid"/>
            <a:tailEnd type="triangle"/>
          </a:ln>
        </p:spPr>
      </p:sp>
      <p:sp>
        <p:nvSpPr>
          <p:cNvPr id="67" name="Shape 52"/>
          <p:cNvSpPr/>
          <p:nvPr/>
        </p:nvSpPr>
        <p:spPr>
          <a:xfrm flipH="1">
            <a:off x="7863840" y="4718304"/>
            <a:ext cx="548640" cy="0"/>
          </a:xfrm>
          <a:prstGeom prst="line">
            <a:avLst/>
          </a:prstGeom>
          <a:noFill/>
          <a:ln w="12700">
            <a:solidFill>
              <a:srgbClr val="2F3E46"/>
            </a:solidFill>
            <a:prstDash val="solid"/>
            <a:tailEnd type="triangle"/>
          </a:ln>
        </p:spPr>
      </p:sp>
      <p:sp>
        <p:nvSpPr>
          <p:cNvPr id="68" name="Shape 53"/>
          <p:cNvSpPr/>
          <p:nvPr/>
        </p:nvSpPr>
        <p:spPr>
          <a:xfrm flipH="1">
            <a:off x="7863840" y="5120640"/>
            <a:ext cx="548640" cy="0"/>
          </a:xfrm>
          <a:prstGeom prst="line">
            <a:avLst/>
          </a:prstGeom>
          <a:noFill/>
          <a:ln w="12700">
            <a:solidFill>
              <a:srgbClr val="2F3E46"/>
            </a:solidFill>
            <a:prstDash val="solid"/>
            <a:tailEnd type="triangle"/>
          </a:ln>
        </p:spPr>
      </p:sp>
      <p:sp>
        <p:nvSpPr>
          <p:cNvPr id="69" name="Shape 54"/>
          <p:cNvSpPr/>
          <p:nvPr/>
        </p:nvSpPr>
        <p:spPr>
          <a:xfrm flipH="1">
            <a:off x="7863840" y="5522976"/>
            <a:ext cx="548640" cy="0"/>
          </a:xfrm>
          <a:prstGeom prst="line">
            <a:avLst/>
          </a:prstGeom>
          <a:noFill/>
          <a:ln w="12700">
            <a:solidFill>
              <a:srgbClr val="2F3E46"/>
            </a:solidFill>
            <a:prstDash val="solid"/>
            <a:tailEnd type="triangle"/>
          </a:ln>
        </p:spPr>
      </p:sp>
      <p:sp>
        <p:nvSpPr>
          <p:cNvPr id="70" name="Shape 55"/>
          <p:cNvSpPr/>
          <p:nvPr/>
        </p:nvSpPr>
        <p:spPr>
          <a:xfrm flipH="1">
            <a:off x="7863840" y="5925312"/>
            <a:ext cx="548640" cy="0"/>
          </a:xfrm>
          <a:prstGeom prst="line">
            <a:avLst/>
          </a:prstGeom>
          <a:noFill/>
          <a:ln w="12700">
            <a:solidFill>
              <a:srgbClr val="2F3E46"/>
            </a:solidFill>
            <a:prstDash val="solid"/>
            <a:tailEnd type="triangle"/>
          </a:ln>
        </p:spPr>
      </p:sp>
      <p:sp>
        <p:nvSpPr>
          <p:cNvPr id="71" name="Shape 56"/>
          <p:cNvSpPr/>
          <p:nvPr/>
        </p:nvSpPr>
        <p:spPr>
          <a:xfrm>
            <a:off x="9601200" y="4315968"/>
            <a:ext cx="868680" cy="1609344"/>
          </a:xfrm>
          <a:custGeom>
            <a:avLst/>
            <a:gdLst/>
            <a:ahLst/>
            <a:cxnLst/>
            <a:rect l="l" t="t" r="r" b="b"/>
            <a:pathLst>
              <a:path w="868680" h="1609344">
                <a:moveTo>
                  <a:pt x="868680" y="1609344"/>
                </a:moveTo>
                <a:cubicBezTo>
                  <a:pt x="390906" y="1609344"/>
                  <a:pt x="477774" y="0"/>
                  <a:pt x="0" y="0"/>
                </a:cubicBezTo>
              </a:path>
            </a:pathLst>
          </a:custGeom>
          <a:ln w="12700">
            <a:solidFill>
              <a:srgbClr val="2F3E46"/>
            </a:solidFill>
            <a:prstDash val="solid"/>
            <a:tailEnd type="triangle"/>
          </a:ln>
        </p:spPr>
      </p:sp>
      <p:sp>
        <p:nvSpPr>
          <p:cNvPr id="72" name="Shape 57"/>
          <p:cNvSpPr/>
          <p:nvPr/>
        </p:nvSpPr>
        <p:spPr>
          <a:xfrm>
            <a:off x="5806440" y="4315968"/>
            <a:ext cx="868680" cy="1609344"/>
          </a:xfrm>
          <a:custGeom>
            <a:avLst/>
            <a:gdLst/>
            <a:ahLst/>
            <a:cxnLst/>
            <a:rect l="l" t="t" r="r" b="b"/>
            <a:pathLst>
              <a:path w="868680" h="1609344">
                <a:moveTo>
                  <a:pt x="868680" y="0"/>
                </a:moveTo>
                <a:cubicBezTo>
                  <a:pt x="390906" y="0"/>
                  <a:pt x="477774" y="1609344"/>
                  <a:pt x="0" y="1609344"/>
                </a:cubicBezTo>
              </a:path>
            </a:pathLst>
          </a:custGeom>
          <a:ln w="12700">
            <a:solidFill>
              <a:srgbClr val="2F3E46"/>
            </a:solidFill>
            <a:prstDash val="solid"/>
            <a:tailEnd type="triangle"/>
          </a:ln>
        </p:spPr>
      </p:sp>
      <p:sp>
        <p:nvSpPr>
          <p:cNvPr id="73" name="Shape 58"/>
          <p:cNvSpPr/>
          <p:nvPr/>
        </p:nvSpPr>
        <p:spPr>
          <a:xfrm>
            <a:off x="9601200" y="4718304"/>
            <a:ext cx="868680" cy="1207008"/>
          </a:xfrm>
          <a:custGeom>
            <a:avLst/>
            <a:gdLst/>
            <a:ahLst/>
            <a:cxnLst/>
            <a:rect l="l" t="t" r="r" b="b"/>
            <a:pathLst>
              <a:path w="868680" h="1207008">
                <a:moveTo>
                  <a:pt x="868680" y="1207008"/>
                </a:moveTo>
                <a:cubicBezTo>
                  <a:pt x="390906" y="1207008"/>
                  <a:pt x="477774" y="0"/>
                  <a:pt x="0" y="0"/>
                </a:cubicBezTo>
              </a:path>
            </a:pathLst>
          </a:custGeom>
          <a:ln w="12700">
            <a:solidFill>
              <a:srgbClr val="2F3E46"/>
            </a:solidFill>
            <a:prstDash val="solid"/>
            <a:tailEnd type="triangle"/>
          </a:ln>
        </p:spPr>
      </p:sp>
      <p:sp>
        <p:nvSpPr>
          <p:cNvPr id="74" name="Shape 59"/>
          <p:cNvSpPr/>
          <p:nvPr/>
        </p:nvSpPr>
        <p:spPr>
          <a:xfrm>
            <a:off x="5806440" y="4718304"/>
            <a:ext cx="868680" cy="1207008"/>
          </a:xfrm>
          <a:custGeom>
            <a:avLst/>
            <a:gdLst/>
            <a:ahLst/>
            <a:cxnLst/>
            <a:rect l="l" t="t" r="r" b="b"/>
            <a:pathLst>
              <a:path w="868680" h="1207008">
                <a:moveTo>
                  <a:pt x="868680" y="0"/>
                </a:moveTo>
                <a:cubicBezTo>
                  <a:pt x="390906" y="0"/>
                  <a:pt x="477774" y="1207008"/>
                  <a:pt x="0" y="1207008"/>
                </a:cubicBezTo>
              </a:path>
            </a:pathLst>
          </a:custGeom>
          <a:ln w="12700">
            <a:solidFill>
              <a:srgbClr val="2F3E46"/>
            </a:solidFill>
            <a:prstDash val="solid"/>
            <a:tailEnd type="triangle"/>
          </a:ln>
        </p:spPr>
      </p:sp>
      <p:sp>
        <p:nvSpPr>
          <p:cNvPr id="75" name="Shape 60"/>
          <p:cNvSpPr/>
          <p:nvPr/>
        </p:nvSpPr>
        <p:spPr>
          <a:xfrm>
            <a:off x="9601200" y="5120640"/>
            <a:ext cx="868680" cy="804672"/>
          </a:xfrm>
          <a:custGeom>
            <a:avLst/>
            <a:gdLst/>
            <a:ahLst/>
            <a:cxnLst/>
            <a:rect l="l" t="t" r="r" b="b"/>
            <a:pathLst>
              <a:path w="868680" h="804672">
                <a:moveTo>
                  <a:pt x="868680" y="804672"/>
                </a:moveTo>
                <a:cubicBezTo>
                  <a:pt x="390906" y="804672"/>
                  <a:pt x="477774" y="0"/>
                  <a:pt x="0" y="0"/>
                </a:cubicBezTo>
              </a:path>
            </a:pathLst>
          </a:custGeom>
          <a:ln w="12700">
            <a:solidFill>
              <a:srgbClr val="2F3E46"/>
            </a:solidFill>
            <a:prstDash val="solid"/>
            <a:tailEnd type="triangle"/>
          </a:ln>
        </p:spPr>
      </p:sp>
      <p:sp>
        <p:nvSpPr>
          <p:cNvPr id="76" name="Shape 61"/>
          <p:cNvSpPr/>
          <p:nvPr/>
        </p:nvSpPr>
        <p:spPr>
          <a:xfrm>
            <a:off x="5806440" y="5120640"/>
            <a:ext cx="868680" cy="804672"/>
          </a:xfrm>
          <a:custGeom>
            <a:avLst/>
            <a:gdLst/>
            <a:ahLst/>
            <a:cxnLst/>
            <a:rect l="l" t="t" r="r" b="b"/>
            <a:pathLst>
              <a:path w="868680" h="804672">
                <a:moveTo>
                  <a:pt x="868680" y="0"/>
                </a:moveTo>
                <a:cubicBezTo>
                  <a:pt x="390906" y="0"/>
                  <a:pt x="477774" y="804672"/>
                  <a:pt x="0" y="804672"/>
                </a:cubicBezTo>
              </a:path>
            </a:pathLst>
          </a:custGeom>
          <a:ln w="12700">
            <a:solidFill>
              <a:srgbClr val="2F3E46"/>
            </a:solidFill>
            <a:prstDash val="solid"/>
            <a:tailEnd type="triangle"/>
          </a:ln>
        </p:spPr>
      </p:sp>
      <p:sp>
        <p:nvSpPr>
          <p:cNvPr id="77" name="Shape 62"/>
          <p:cNvSpPr/>
          <p:nvPr/>
        </p:nvSpPr>
        <p:spPr>
          <a:xfrm>
            <a:off x="9601200" y="5522976"/>
            <a:ext cx="868680" cy="402336"/>
          </a:xfrm>
          <a:custGeom>
            <a:avLst/>
            <a:gdLst/>
            <a:ahLst/>
            <a:cxnLst/>
            <a:rect l="l" t="t" r="r" b="b"/>
            <a:pathLst>
              <a:path w="868680" h="402336">
                <a:moveTo>
                  <a:pt x="868680" y="402336"/>
                </a:moveTo>
                <a:cubicBezTo>
                  <a:pt x="390906" y="402336"/>
                  <a:pt x="477774" y="0"/>
                  <a:pt x="0" y="0"/>
                </a:cubicBezTo>
              </a:path>
            </a:pathLst>
          </a:custGeom>
          <a:ln w="12700">
            <a:solidFill>
              <a:srgbClr val="2F3E46"/>
            </a:solidFill>
            <a:prstDash val="solid"/>
            <a:tailEnd type="triangle"/>
          </a:ln>
        </p:spPr>
      </p:sp>
      <p:sp>
        <p:nvSpPr>
          <p:cNvPr id="78" name="Shape 63"/>
          <p:cNvSpPr/>
          <p:nvPr/>
        </p:nvSpPr>
        <p:spPr>
          <a:xfrm>
            <a:off x="5806440" y="5522976"/>
            <a:ext cx="868680" cy="402336"/>
          </a:xfrm>
          <a:custGeom>
            <a:avLst/>
            <a:gdLst/>
            <a:ahLst/>
            <a:cxnLst/>
            <a:rect l="l" t="t" r="r" b="b"/>
            <a:pathLst>
              <a:path w="868680" h="402336">
                <a:moveTo>
                  <a:pt x="868680" y="0"/>
                </a:moveTo>
                <a:cubicBezTo>
                  <a:pt x="390906" y="0"/>
                  <a:pt x="477774" y="402336"/>
                  <a:pt x="0" y="402336"/>
                </a:cubicBezTo>
              </a:path>
            </a:pathLst>
          </a:custGeom>
          <a:ln w="12700">
            <a:solidFill>
              <a:srgbClr val="2F3E46"/>
            </a:solidFill>
            <a:prstDash val="solid"/>
            <a:tailEnd type="triangle"/>
          </a:ln>
        </p:spPr>
      </p:sp>
      <p:sp>
        <p:nvSpPr>
          <p:cNvPr id="79" name="Shape 64"/>
          <p:cNvSpPr/>
          <p:nvPr/>
        </p:nvSpPr>
        <p:spPr>
          <a:xfrm flipH="1">
            <a:off x="9601200" y="5925312"/>
            <a:ext cx="868680" cy="0"/>
          </a:xfrm>
          <a:prstGeom prst="line">
            <a:avLst/>
          </a:prstGeom>
          <a:noFill/>
          <a:ln w="12700">
            <a:solidFill>
              <a:srgbClr val="2F3E46"/>
            </a:solidFill>
            <a:prstDash val="solid"/>
            <a:tailEnd type="triangle"/>
          </a:ln>
        </p:spPr>
      </p:sp>
      <p:sp>
        <p:nvSpPr>
          <p:cNvPr id="80" name="Shape 65"/>
          <p:cNvSpPr/>
          <p:nvPr/>
        </p:nvSpPr>
        <p:spPr>
          <a:xfrm flipH="1">
            <a:off x="5806440" y="5925312"/>
            <a:ext cx="868680" cy="0"/>
          </a:xfrm>
          <a:prstGeom prst="line">
            <a:avLst/>
          </a:prstGeom>
          <a:noFill/>
          <a:ln w="12700">
            <a:solidFill>
              <a:srgbClr val="2F3E46"/>
            </a:solidFill>
            <a:prstDash val="solid"/>
            <a:tailEnd type="triangle"/>
          </a:ln>
        </p:spPr>
      </p:sp>
      <p:sp>
        <p:nvSpPr>
          <p:cNvPr id="81" name="Text 66"/>
          <p:cNvSpPr txBox="1"/>
          <p:nvPr/>
        </p:nvSpPr>
        <p:spPr>
          <a:xfrm>
            <a:off x="7498080" y="120700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2" name="Text 67"/>
          <p:cNvSpPr txBox="1"/>
          <p:nvPr/>
        </p:nvSpPr>
        <p:spPr>
          <a:xfrm>
            <a:off x="653796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3" name="Text 68"/>
          <p:cNvSpPr txBox="1"/>
          <p:nvPr/>
        </p:nvSpPr>
        <p:spPr>
          <a:xfrm>
            <a:off x="845820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Retention</a:t>
            </a:r>
            <a:endParaRPr lang="en-US" sz="1050" dirty="0"/>
          </a:p>
        </p:txBody>
      </p:sp>
      <p:sp>
        <p:nvSpPr>
          <p:cNvPr id="84" name="Text 69"/>
          <p:cNvSpPr txBox="1"/>
          <p:nvPr/>
        </p:nvSpPr>
        <p:spPr>
          <a:xfrm>
            <a:off x="56692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5" name="Text 70"/>
          <p:cNvSpPr txBox="1"/>
          <p:nvPr/>
        </p:nvSpPr>
        <p:spPr>
          <a:xfrm>
            <a:off x="74980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6" name="Text 71"/>
          <p:cNvSpPr txBox="1"/>
          <p:nvPr/>
        </p:nvSpPr>
        <p:spPr>
          <a:xfrm>
            <a:off x="93268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7" name="Shape 72"/>
          <p:cNvSpPr/>
          <p:nvPr/>
        </p:nvSpPr>
        <p:spPr>
          <a:xfrm>
            <a:off x="6675120" y="4160520"/>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88" name="Image 12" descr="preencoded.png">    </p:cNvPr>
          <p:cNvPicPr>
            <a:picLocks noChangeAspect="1"/>
          </p:cNvPicPr>
          <p:nvPr/>
        </p:nvPicPr>
        <p:blipFill>
          <a:blip r:embed="rId13"/>
          <a:stretch>
            <a:fillRect/>
          </a:stretch>
        </p:blipFill>
        <p:spPr>
          <a:xfrm>
            <a:off x="7024939" y="4238244"/>
            <a:ext cx="155448" cy="155448"/>
          </a:xfrm>
          <a:prstGeom prst="rect">
            <a:avLst/>
          </a:prstGeom>
        </p:spPr>
      </p:pic>
      <p:sp>
        <p:nvSpPr>
          <p:cNvPr id="89" name="Text 73"/>
          <p:cNvSpPr txBox="1"/>
          <p:nvPr/>
        </p:nvSpPr>
        <p:spPr>
          <a:xfrm>
            <a:off x="7244395" y="4160520"/>
            <a:ext cx="406787"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Story</a:t>
            </a:r>
            <a:endParaRPr lang="en-US" sz="1000" dirty="0"/>
          </a:p>
        </p:txBody>
      </p:sp>
      <p:sp>
        <p:nvSpPr>
          <p:cNvPr id="90" name="Shape 74"/>
          <p:cNvSpPr/>
          <p:nvPr/>
        </p:nvSpPr>
        <p:spPr>
          <a:xfrm>
            <a:off x="6675120" y="4562856"/>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1" name="Image 13" descr="preencoded.png">    </p:cNvPr>
          <p:cNvPicPr>
            <a:picLocks noChangeAspect="1"/>
          </p:cNvPicPr>
          <p:nvPr/>
        </p:nvPicPr>
        <p:blipFill>
          <a:blip r:embed="rId14"/>
          <a:stretch>
            <a:fillRect/>
          </a:stretch>
        </p:blipFill>
        <p:spPr>
          <a:xfrm>
            <a:off x="7048596" y="4640580"/>
            <a:ext cx="155448" cy="155448"/>
          </a:xfrm>
          <a:prstGeom prst="rect">
            <a:avLst/>
          </a:prstGeom>
        </p:spPr>
      </p:pic>
      <p:sp>
        <p:nvSpPr>
          <p:cNvPr id="92" name="Text 75"/>
          <p:cNvSpPr txBox="1"/>
          <p:nvPr/>
        </p:nvSpPr>
        <p:spPr>
          <a:xfrm>
            <a:off x="7268052" y="4562856"/>
            <a:ext cx="359472"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Plan</a:t>
            </a:r>
            <a:endParaRPr lang="en-US" sz="1000" dirty="0"/>
          </a:p>
        </p:txBody>
      </p:sp>
      <p:sp>
        <p:nvSpPr>
          <p:cNvPr id="93" name="Shape 76"/>
          <p:cNvSpPr/>
          <p:nvPr/>
        </p:nvSpPr>
        <p:spPr>
          <a:xfrm>
            <a:off x="6675120" y="4965192"/>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4" name="Image 14" descr="preencoded.png">    </p:cNvPr>
          <p:cNvPicPr>
            <a:picLocks noChangeAspect="1"/>
          </p:cNvPicPr>
          <p:nvPr/>
        </p:nvPicPr>
        <p:blipFill>
          <a:blip r:embed="rId15"/>
          <a:stretch>
            <a:fillRect/>
          </a:stretch>
        </p:blipFill>
        <p:spPr>
          <a:xfrm>
            <a:off x="6967268" y="5042916"/>
            <a:ext cx="155448" cy="155448"/>
          </a:xfrm>
          <a:prstGeom prst="rect">
            <a:avLst/>
          </a:prstGeom>
        </p:spPr>
      </p:pic>
      <p:sp>
        <p:nvSpPr>
          <p:cNvPr id="95" name="Text 77"/>
          <p:cNvSpPr txBox="1"/>
          <p:nvPr/>
        </p:nvSpPr>
        <p:spPr>
          <a:xfrm>
            <a:off x="7186724" y="4965192"/>
            <a:ext cx="52212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Change</a:t>
            </a:r>
            <a:endParaRPr lang="en-US" sz="1000" dirty="0"/>
          </a:p>
        </p:txBody>
      </p:sp>
      <p:sp>
        <p:nvSpPr>
          <p:cNvPr id="96" name="Shape 78"/>
          <p:cNvSpPr/>
          <p:nvPr/>
        </p:nvSpPr>
        <p:spPr>
          <a:xfrm>
            <a:off x="6675120" y="5367528"/>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7" name="Image 15" descr="preencoded.png">    </p:cNvPr>
          <p:cNvPicPr>
            <a:picLocks noChangeAspect="1"/>
          </p:cNvPicPr>
          <p:nvPr/>
        </p:nvPicPr>
        <p:blipFill>
          <a:blip r:embed="rId16"/>
          <a:stretch>
            <a:fillRect/>
          </a:stretch>
        </p:blipFill>
        <p:spPr>
          <a:xfrm>
            <a:off x="7061960" y="5445252"/>
            <a:ext cx="155448" cy="155448"/>
          </a:xfrm>
          <a:prstGeom prst="rect">
            <a:avLst/>
          </a:prstGeom>
        </p:spPr>
      </p:pic>
      <p:sp>
        <p:nvSpPr>
          <p:cNvPr id="98" name="Text 79"/>
          <p:cNvSpPr txBox="1"/>
          <p:nvPr/>
        </p:nvSpPr>
        <p:spPr>
          <a:xfrm>
            <a:off x="7281416" y="5367528"/>
            <a:ext cx="332745"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Bug</a:t>
            </a:r>
            <a:endParaRPr lang="en-US" sz="1000" dirty="0"/>
          </a:p>
        </p:txBody>
      </p:sp>
      <p:sp>
        <p:nvSpPr>
          <p:cNvPr id="99" name="Shape 80"/>
          <p:cNvSpPr/>
          <p:nvPr/>
        </p:nvSpPr>
        <p:spPr>
          <a:xfrm>
            <a:off x="6675120" y="5769864"/>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100" name="Image 16" descr="preencoded.png">    </p:cNvPr>
          <p:cNvPicPr>
            <a:picLocks noChangeAspect="1"/>
          </p:cNvPicPr>
          <p:nvPr/>
        </p:nvPicPr>
        <p:blipFill>
          <a:blip r:embed="rId17"/>
          <a:stretch>
            <a:fillRect/>
          </a:stretch>
        </p:blipFill>
        <p:spPr>
          <a:xfrm>
            <a:off x="6940137" y="5847588"/>
            <a:ext cx="155448" cy="155448"/>
          </a:xfrm>
          <a:prstGeom prst="rect">
            <a:avLst/>
          </a:prstGeom>
        </p:spPr>
      </p:pic>
      <p:sp>
        <p:nvSpPr>
          <p:cNvPr id="101" name="Text 81"/>
          <p:cNvSpPr txBox="1"/>
          <p:nvPr/>
        </p:nvSpPr>
        <p:spPr>
          <a:xfrm>
            <a:off x="7159593" y="5769864"/>
            <a:ext cx="576389"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Refactor</a:t>
            </a:r>
            <a:endParaRPr lang="en-US" sz="1000" dirty="0"/>
          </a:p>
        </p:txBody>
      </p:sp>
      <p:sp>
        <p:nvSpPr>
          <p:cNvPr id="102" name="Text 82"/>
          <p:cNvSpPr txBox="1"/>
          <p:nvPr/>
        </p:nvSpPr>
        <p:spPr>
          <a:xfrm>
            <a:off x="8412480" y="4160520"/>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3" name="Text 83"/>
          <p:cNvSpPr txBox="1"/>
          <p:nvPr/>
        </p:nvSpPr>
        <p:spPr>
          <a:xfrm>
            <a:off x="8412480" y="4562856"/>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4" name="Text 84"/>
          <p:cNvSpPr txBox="1"/>
          <p:nvPr/>
        </p:nvSpPr>
        <p:spPr>
          <a:xfrm>
            <a:off x="8412480" y="4965192"/>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5" name="Text 85"/>
          <p:cNvSpPr txBox="1"/>
          <p:nvPr/>
        </p:nvSpPr>
        <p:spPr>
          <a:xfrm>
            <a:off x="8412480" y="5367528"/>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Testing</a:t>
            </a:r>
            <a:endParaRPr lang="en-US" sz="1000" dirty="0"/>
          </a:p>
        </p:txBody>
      </p:sp>
      <p:sp>
        <p:nvSpPr>
          <p:cNvPr id="106" name="Text 86"/>
          <p:cNvSpPr txBox="1"/>
          <p:nvPr/>
        </p:nvSpPr>
        <p:spPr>
          <a:xfrm>
            <a:off x="84124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Review</a:t>
            </a:r>
            <a:endParaRPr lang="en-US" sz="1000" dirty="0"/>
          </a:p>
        </p:txBody>
      </p:sp>
      <p:sp>
        <p:nvSpPr>
          <p:cNvPr id="107" name="Text 87"/>
          <p:cNvSpPr txBox="1"/>
          <p:nvPr/>
        </p:nvSpPr>
        <p:spPr>
          <a:xfrm>
            <a:off x="461772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8" name="Text 88"/>
          <p:cNvSpPr txBox="1"/>
          <p:nvPr/>
        </p:nvSpPr>
        <p:spPr>
          <a:xfrm>
            <a:off x="104698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Triggers</a:t>
            </a:r>
            <a:endParaRPr lang="en-US" sz="1000" dirty="0"/>
          </a:p>
        </p:txBody>
      </p:sp>
      <p:sp>
        <p:nvSpPr>
          <p:cNvPr id="109" name="Shape 89"/>
          <p:cNvSpPr/>
          <p:nvPr/>
        </p:nvSpPr>
        <p:spPr>
          <a:xfrm>
            <a:off x="7255764" y="6144768"/>
            <a:ext cx="27432" cy="27432"/>
          </a:xfrm>
          <a:prstGeom prst="ellipse">
            <a:avLst/>
          </a:prstGeom>
          <a:solidFill>
            <a:srgbClr val="2F3E46"/>
          </a:solidFill>
          <a:ln/>
        </p:spPr>
      </p:sp>
      <p:sp>
        <p:nvSpPr>
          <p:cNvPr id="110" name="Shape 90"/>
          <p:cNvSpPr/>
          <p:nvPr/>
        </p:nvSpPr>
        <p:spPr>
          <a:xfrm>
            <a:off x="7255764" y="6190488"/>
            <a:ext cx="27432" cy="27432"/>
          </a:xfrm>
          <a:prstGeom prst="ellipse">
            <a:avLst/>
          </a:prstGeom>
          <a:solidFill>
            <a:srgbClr val="2F3E46"/>
          </a:solidFill>
          <a:ln/>
        </p:spPr>
      </p:sp>
      <p:sp>
        <p:nvSpPr>
          <p:cNvPr id="111" name="Shape 91"/>
          <p:cNvSpPr/>
          <p:nvPr/>
        </p:nvSpPr>
        <p:spPr>
          <a:xfrm>
            <a:off x="7255764" y="6236208"/>
            <a:ext cx="27432" cy="27432"/>
          </a:xfrm>
          <a:prstGeom prst="ellipse">
            <a:avLst/>
          </a:prstGeom>
          <a:solidFill>
            <a:srgbClr val="2F3E46"/>
          </a:solidFill>
          <a:ln/>
        </p:spPr>
      </p:sp>
      <p:sp>
        <p:nvSpPr>
          <p:cNvPr id="112" name="Shape 92"/>
          <p:cNvSpPr/>
          <p:nvPr/>
        </p:nvSpPr>
        <p:spPr>
          <a:xfrm>
            <a:off x="8993124" y="6144768"/>
            <a:ext cx="27432" cy="27432"/>
          </a:xfrm>
          <a:prstGeom prst="ellipse">
            <a:avLst/>
          </a:prstGeom>
          <a:solidFill>
            <a:srgbClr val="2F3E46"/>
          </a:solidFill>
          <a:ln/>
        </p:spPr>
      </p:sp>
      <p:sp>
        <p:nvSpPr>
          <p:cNvPr id="113" name="Shape 93"/>
          <p:cNvSpPr/>
          <p:nvPr/>
        </p:nvSpPr>
        <p:spPr>
          <a:xfrm>
            <a:off x="8993124" y="6190488"/>
            <a:ext cx="27432" cy="27432"/>
          </a:xfrm>
          <a:prstGeom prst="ellipse">
            <a:avLst/>
          </a:prstGeom>
          <a:solidFill>
            <a:srgbClr val="2F3E46"/>
          </a:solidFill>
          <a:ln/>
        </p:spPr>
      </p:sp>
      <p:sp>
        <p:nvSpPr>
          <p:cNvPr id="114" name="Shape 94"/>
          <p:cNvSpPr/>
          <p:nvPr/>
        </p:nvSpPr>
        <p:spPr>
          <a:xfrm>
            <a:off x="8993124" y="6236208"/>
            <a:ext cx="27432" cy="27432"/>
          </a:xfrm>
          <a:prstGeom prst="ellipse">
            <a:avLst/>
          </a:prstGeom>
          <a:solidFill>
            <a:srgbClr val="2F3E46"/>
          </a:solidFill>
          <a:ln/>
        </p:spPr>
      </p:sp>
      <p:sp>
        <p:nvSpPr>
          <p:cNvPr id="115" name="Shape 95"/>
          <p:cNvSpPr/>
          <p:nvPr/>
        </p:nvSpPr>
        <p:spPr>
          <a:xfrm>
            <a:off x="8028432" y="73152"/>
            <a:ext cx="219456" cy="219456"/>
          </a:xfrm>
          <a:prstGeom prst="ellipse">
            <a:avLst/>
          </a:prstGeom>
          <a:solidFill>
            <a:srgbClr val="2F3E46"/>
          </a:solidFill>
          <a:ln/>
        </p:spPr>
      </p:sp>
      <p:sp>
        <p:nvSpPr>
          <p:cNvPr id="116" name="Text 96"/>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2026-10-01T15:54:19Z</dcterms:created>
  <dcterms:modified xsi:type="dcterms:W3CDTF">2026-10-01T15:54:19Z</dcterms:modified>
</cp:coreProperties>
</file>