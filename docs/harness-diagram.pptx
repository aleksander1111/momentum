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2" r:id="rId18"/>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4" r:id="rId3"/>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8.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2.xml"/><Relationship Id="rId19" Type="http://schemas.openxmlformats.org/officeDocument/2006/relationships/slide" Target="slides/slide1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The Metrics tab, per project, over 24 hours, 7 days or 30 days, each metric charted over time. Usage is the account's share of the rolling 5-hour and weekly limits; each rise is split evenly among the runs running, so every automation shows what it used. Attention is the user's reactions: the time spent on a card, approvals, rejections, send-backs and the patterns accepted. Understanding and implementation are recorded with every validated transaction: consistency is the share of entities whose references all resolve, beside the open issues, the bugs not yet verified and synced, and the defects validation raised. Agents are the runs of each automation, their failures, time and usage, and the misalignments and recurring issues optimization records. Retrieval is rated by Haiku after every run that searched: precision, the calls that brought back something useful; coverage, how much of what the turn needed was found; their mean, the RAG score; and each tool's relevance against the best of the turn. A count nothing has measured yet is no data, not zero.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is in effect as it lands, before the user reviews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is in effect as it lands in the same way. Optimization reads every chat and proposes a skill, memory, sub-agent or definition change only for a pattern seen at least three times, as a Harness/Pattern with its evidence; nothing is learnt from one chat. Runs start on demand through the voice tools, for automations whose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The Settings tab shows the score,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automation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at once</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Own main-line checkout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conflicts,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Metrics</a:t>
            </a:r>
            <a:endParaRPr lang="en-US" sz="2000" dirty="0"/>
          </a:p>
        </p:txBody>
      </p:sp>
      <p:pic>
        <p:nvPicPr>
          <p:cNvPr id="4" name="Picture 3" descr="metrics.png"/>
          <p:cNvPicPr>
            <a:picLocks noChangeAspect="1"/>
          </p:cNvPicPr>
          <p:nvPr/>
        </p:nvPicPr>
        <p:blipFill>
          <a:blip r:embed="rId2"/>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2026-10-06T19:52:00Z</dcterms:created>
  <dcterms:modified xsi:type="dcterms:W3CDTF">2026-10-06T19:52:00Z</dcterms:modified>
</cp:coreProperties>
</file>