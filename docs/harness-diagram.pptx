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an automation on demand through the voice tools where its trigger allows,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the project's one working directory, on the main line, one run at a time;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with the verification its frontmatter says, unverified by default, and the consistency check reads it like any other. The runs the user starts wait only for the run working in their project, and go ahead of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plans, research, patterns and reports of what runs removed.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 project has one working directory: its runs go one at a time there, the ones the user starts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Nine automations have a trigger entity in each workspace, holding its schedule, its events and whether it starts on demand; the optimization trigger exists in the harness workspace only, and a trigger is in effect as it lands, before the user reviews it. Exploration every two hours, preparation every two hours at half past, validation at 02:00 and after every implementation, consistency check at 03:00, retention at 04:00, optimization at 05:00. An approved entity with nothing implementing it starts implementation; a finished implementation starts validation. Chat and interview start only when the user asks. Summarization runs in the Stop hook of every run, graph build while the project is enabled, and search answers in one turn without a run, so none of the three has a trigger entity. Scheduled loops and the graph build pause while the feed is at its limit;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definition change optimization proposes passes the consistency guard and lands unverified: it is in effect as it lands, materialized into every project from the harness main line, and waits in the feed for the user's review; a trigger change is in effect as it lands in the same way. Optimization reads every chat and proposes a skill, memory, sub-agent or definition change only for a pattern seen at least three times, as a Harness/Pattern with its evidence; nothing is learnt from one chat. Runs start on demand through the voice tools, for automations whose trigger allows it,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project's working directory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documents,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the API's handlers, ask included, without the UI; only reading a repository file, changing a logo and signing out have no tool.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completeness. How complete a project's knowledge graph is, measured by the harness on the main line and never estimated by a run: the mean of two halves. Understanding is the questions every product's graph must answer, eight slots, each filled by an entity of one of its types: what the product is, what it is for, what it does, how it is built, where the code is, where it runs, how it is tested, and what rules and decisions shape it. Territory is every area of the repository accounted for: a top-level directory, or each child of one that holds only directories, with the files at the root as one more. An area counts by its parts, its direct subdirectories and its own files, and weighs the logarithm of its file count. An entity accounts for a part by listing it, anything in it, or a directory above it as an artifact, so one card listing examples claims the whole of it. Cards of implementation-detail types, a file, a class, a function, claim nothing: the graph exists to spare the reader those. Each graph build run is told what is missing; it reports complete only once nothing missing can be filled from the repository. The Settings tab shows the score, the questions answered, the share of the repository accounted for and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the links on each card, and diagrams in PlantUML, never mermaid. Everything lands as one commit; what fails carries an issue entity; in the harness repository a file outside the automation's scope is put back and named in it.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in one working directory: no worktree, no copy. A run works in the project's folder and lands as one commit on top of the main line as it stands there, on top of whatever the user committed meanwhile. Approval is one more commit, and the working directory follows it, merged into the files a run is changing. Runs queue one at a time per project; the user's chats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The Metrics tab, per project, over 24 hours, 7 days or 30 days, each metric charted over time. Usage is the account's share of the rolling 5-hour and weekly limits; each rise is split evenly among the runs running, so every automation shows what it used. Attention is the user's reactions: the time spent on a card, approvals, rejections, send-backs and the patterns accepted. Understanding and implementation are recorded with every validated transaction: consistency is the share of entities whose references all resolve, beside the open issues, the bugs not yet verified and synced, and the defects validation raised. Agents are the runs of each automation, their failures, time and usage, and the misalignments and recurring issues optimization records. Retrieval is rated by Haiku after every run that searched: precision, the calls that brought back something useful; coverage, how much of what the turn needed was found; their mean, the RAG score; and each tool's relevance against the best of the turn. A count nothing has measured yet is no data,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 but sign-in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run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first</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 the project folder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and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Graph completeness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Metrics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2026-10-13T16:20:29Z</dcterms:created>
  <dcterms:modified xsi:type="dcterms:W3CDTF">2026-10-13T16:20:29Z</dcterms:modified>
</cp:coreProperties>
</file>